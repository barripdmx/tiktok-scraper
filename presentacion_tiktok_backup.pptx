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Duración: 2 horas. Cubrir web scraping, IA, y análisis de redes sociales.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estructura de la sesión. 2 horas = ~120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qué es y para qué sirve web scraping. Mencionar aspectos legales.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qué TikTok es importante y qué datos podemos extraer.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herramientas disponibles. Explicar por qué elegimos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Detallar cada componente y su rol en 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flujo completo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Detallar cada librería y su propósito específico.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se generan los reportes HTML interactivos.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Analizar cada gráfico: qué muestra, qué insights proporciona, qué acciones podríamos tomar.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interpretar cada visualización para tomar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aplicaciones reales del proyecto en diferentes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Pasar por problemas típicos y sus soluciones.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caminos futuros para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honesto sobre limitaciones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cómo las capas se conectan entre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Caminar a través de una ejecución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ROI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cómo medimos el éxito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Summarizar puntos principales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Proporcionar referencias útiles para aprender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presentación. Abrir Q&amp;A. 2 horas completadas.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457200"/>
            <a:ext cx="3657600" cy="1828800"/>
          </a:xfrm>
          <a:prstGeom prst="round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0050"/>
                </a:solidFill>
              </a:defRPr>
            </a:pPr>
            <a:r>
              <a:t>TikTok Scraper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F2EA"/>
                </a:solidFill>
              </a:defRPr>
            </a:pPr>
            <a:r>
              <a:t>Análisis automatizado de redes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C8D2"/>
                </a:solidFill>
              </a:defRPr>
            </a:pPr>
            <a:r>
              <a:t>Web Scraping + IA + Visualización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Agenda de hoy (2 horas)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1: Introducción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¿Por qué web scraping?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Caso de uso: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Herramientas disponibles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2: Arquitectura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Componentes del sistema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Flujo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3: Implementación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Código y ejemplos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Pipeline paso a paso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Troubleshooting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BLOQUE 4: Resultados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Ejemplos reales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Análisis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¿Qué es Web Scraping?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Definición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Extracción automatizada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desde sitios web.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Parsing HTML/CSS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APIs REST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Automatización de navegador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Interceptación de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Casos de uso: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Monitoreo de precios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Inteligencia competitiva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Investigación de mercado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Estudios académicos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Consideraciones legales: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Respetar robots.txt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Cumplir 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No sobrecargar servidores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Por qué analizar TikTok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 en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🎬 Videos: contenido, alcance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💬 Comentarios: feedback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Métricas: vistas, likes, shares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Usuarios: comportamiento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Desafíos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API limitada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Anti-bot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Datos dinámicos (JavaScript)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Oportunidades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Entender público objetivo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Sentimiento del usuario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Identificar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Monitoreo de marca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Aplicaciones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Marketing y publicidad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🎯 Investigación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Análisis político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Herramientas de Web Scraping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Librerías Python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**BeautifulSoup**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Parsing HTML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**Selenium**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Navegador automatizado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Compatible con JavaScript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🐍 **Playwright**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Más rápido que Selenium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Mejor rendimiento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Alternativas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Requests + RegEx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Puppeteer (Node.js)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APIs oficiales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Servicios de 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Nuestro caso: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Playwright: velocidad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Pandas: procesamiento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Gemini API: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Matplotlib: visualización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Componentes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1. Scraper (Playwright)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 navegador Chrome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Gestiona sesiones y cookies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Navega por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Captura datos dinámicos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2. Parser &amp; Limpieza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Extrae URLs de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Estructura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Valida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3. Base de datos (CSV)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Almacena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Guarda comentarios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Checkpoints de progreso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4. Motor de Análisis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Procesa CSV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Cuenta estadísticas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Llamadas a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5. Visualización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Genera gráficas PNG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Crea reportes 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Flujo de datos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1: SCRAPING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TikTok (sitio web)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(Playwright navega)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Página HTML con JavaScript renderizado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(Parser extrae datos)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URLs de videos, metadatos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2: ALMACENAMIENTO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de videos (id, url, vistas, etc.)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(Más requests)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de comentarios (usuario, texto, fecha)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3: ANÁLISIS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→ Pandas → Análisis estadístico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↓ (Llamada a Gemini API)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Sentimientos (POS, NEG, NEU)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FASE 4: VISUALIZACIÓN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Gráficas PNG + HTML interactivo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Stack: Librerías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Frontend Automation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Playwright 1.57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Automatiza Chrome/Firefox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Gesiona cookies y sesiones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Intercepta requests HTTP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Procesamiento de datos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Pandas 3.0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DataFrames para CSV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Limpieza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Cálculos estadísticos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IA y NLP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Gemini API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Clasificación de textos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Generación de insights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Visualización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Matplotlib 3.10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Gráficas base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Seaborn 0.13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Estilos y temas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FF0050"/>
                </a:solidFill>
              </a:defRPr>
            </a:pPr>
            <a:r>
              <a:t>WordCloud 1.9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Nubes de palabras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Instalación y configuración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Crear entorno virtual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python -m venv venv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venv\Scripts\activate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Instalar dependencias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pip install -r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playwright install chromium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Variables de entorno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cat config/.env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GEMINI_API_KEY=tu_clave_aqui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TIKTOK_USERNAME=tu_usuario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Verificar instalación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$ python -m pytest tests/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Implementación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1: Guardar sesión de TikTok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1-guardar_sesion.py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playwright.async_api import async_playwright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save_session():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async with async_playwright() as pw: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browser = await pw.chromium.launch()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context = await browser.new_context()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page = await context.new_page()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Navegar a TikTok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page.goto('https://www.tiktok.com')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print('👤 Inicia sesión manualmente...')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input('Presiona Enter cuando termines')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Guardar cookies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cookies = await context.cookies()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save_cookies(cookies)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2: Extraer videos de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1_tiktok_scraper_user.py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scrape_user_videos(username: str):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context = await ensure_context()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page = await context.new_page()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Navegar a perfil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await page.goto(f'https://www.tiktok.com/@{username}')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videos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while len(videos) &lt; MAX_VIDEOS: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# Scroll y extrae URLs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links = await page.query_selector_all('a[href*="/video/"]')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for link in links: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url = await link.get_attribute('href')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videos.append(url)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page.scroll_by(0, 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return videos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3: Descargar comentarios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1_tiktok_scraper_comentarios.py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async def scrape_comments(video_id: str):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Interceptar llamadas a API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comments = []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async def handle_response(response):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if '/api/comment/list/' in response.url: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data = await response.json()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    comments.extend(data['comments'])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page.on('response', handle_response)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await page.goto(f'https://www.tiktok.com/@user/video/{video_id}')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# Scroll para cargar más comentarios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for _ in range(10):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page.scroll_by(0, 300)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    await page.wait_for_timeout(500)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    return comments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4: Análisis con 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analitica_publicaciones.py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Cargar CSV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df = pd.read_csv('videos.csv')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Estadísticas básicas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print(f'Videos: {len(df)}')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print(f'Vistas promedio: {df["view_count"].mean()}')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Agrupar por fecha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df['date'] = pd.to_datetime(df['create_time'])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daily_views = df.groupby(df['date'].dt.date)['view_count'].sum()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Palabras clave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collections import Counter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words = ' '.join(df['description']).split()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top_words = Counter(words).most_common(20)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5: IA - Análisis de sentimientos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r>
              <a:t># analizar_sentimiento_Groq.py</a:t>
            </a:r>
            <a:br/>
            <a:r>
              <a:t>import google.generativeai as genai</a:t>
            </a:r>
            <a:br/>
            <a:br/>
            <a:r>
              <a:t>genai.configure(api_key='...')</a:t>
            </a:r>
            <a:br/>
            <a:r>
              <a:t>model = genai.GenerativeModel('Groq-flash-lite-latest')</a:t>
            </a:r>
            <a:br/>
            <a:br/>
            <a:r>
              <a:t>def analyze_sentiment(text: str) -&gt; str:</a:t>
            </a:r>
            <a:br/>
            <a:r>
              <a:t>    prompt = f'''Analiza el sentimiento de este texto.</a:t>
            </a:r>
            <a:br/>
            <a:r>
              <a:t>    Responde SOLO con: POS, NEG o NEU</a:t>
            </a:r>
            <a:br/>
            <a:r>
              <a:t>    Texto: {text}'''</a:t>
            </a:r>
            <a:br/>
            <a:br/>
            <a:r>
              <a:t>    response = model.generate_content(prompt)</a:t>
            </a:r>
            <a:br/>
            <a:r>
              <a:t>    return response.text.strip()  # POS, NEG o NEU</a:t>
            </a:r>
            <a:br/>
            <a:br/>
            <a:r>
              <a:t># Procesar todos los comentarios</a:t>
            </a:r>
            <a:br/>
            <a:r>
              <a:t>df['sentiment'] = df['comment_text'].apply(analyze_sentiment)</a:t>
            </a:r>
            <a:br/>
            <a:r>
              <a:t>df.to_csv('comentarios_con_sentimientos.csv')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6: Visualización con Matplotlib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analitica_publicaciones.py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from wordcloud import WordCloud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Nube de palabras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text = ' '.join(df['description'])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wc = WordCloud(width=1600, height=900).generate(text)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plt.figure(figsize=(16, 9))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plt.imshow(wc, interpolation='bilinear')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plt.savefig('nube_palabras.png', dpi=100)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Gráfica de evolución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plt.plot(daily_views.index, daily_views.values)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plt.xlabel('Fecha')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plt.ylabel('Vistas')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plt.savefig('evolucion_vistas.png')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plt.show()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Paso 7: Informe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generar_informe_html.py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Crea HTML interactivo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Incrusta imágenes en base64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Compatible offline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Contenido del informe: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KPIs principales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Top videos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Análisis de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Gráficas profesionales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Ejemplo de estructura: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&lt;header&gt;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&lt;h1&gt;@usuario&lt;/h1&gt;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&lt;div class='kpi'&gt;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 123.456 vistas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&lt;/div&gt;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&lt;/header&gt;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&lt;section&gt;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&lt;img src='data:image/png;...'/&gt;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&lt;/section&gt;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Abre en cualquier navegador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Resultados y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Gráficos: Análisis real de @adamuz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amuz_videos_nube_palab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2866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931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Palabras clave</a:t>
            </a:r>
          </a:p>
        </p:txBody>
      </p:sp>
      <p:pic>
        <p:nvPicPr>
          <p:cNvPr id="8" name="Picture 7" descr="adamuz_videos_nube_hash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303520" cy="28665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931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Hashtags</a:t>
            </a:r>
          </a:p>
        </p:txBody>
      </p:sp>
      <p:pic>
        <p:nvPicPr>
          <p:cNvPr id="10" name="Picture 9" descr="adamuz_videos_evolucion_vis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5303520" cy="26361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83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Evolución vistas</a:t>
            </a:r>
          </a:p>
        </p:txBody>
      </p:sp>
      <p:pic>
        <p:nvPicPr>
          <p:cNvPr id="12" name="Picture 11" descr="adamuz_videos_heatmap_activi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114800"/>
            <a:ext cx="5303520" cy="246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65836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850"/>
                </a:solidFill>
              </a:defRPr>
            </a:pPr>
            <a:r>
              <a:t>Actividad temporal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Interpretando los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Nube de palabras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Muestra términos más frecuentes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Tamaño = frecuencia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Identifica temas centrales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Evolución de vistas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Tendencia temporal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Épocas de mayor actividad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Impacto de publicaciones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Heatmap de actividad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Patrón de publicación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Mejor hora para publicar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Día de la semana más 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Hashtags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Estrategia de etiquetado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Cobertura temática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Oportunidades SEO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Aplicaciones prácticas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Marketing &amp; Publicidad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Entender comportamiento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🎯 Identificar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Optimizar estrategia de contenido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Determinar mejor hora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Investigación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🔍 Monitoreo de marca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💬 Análisis de sentimiento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Análisis Político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🗳️ Monitoreo de candidatos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📢 Análisis de campañas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💭 Sentimiento público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Académica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Investigación en línea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Análisis de redes sociales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🎓 Datos para tesis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Problemas comunes y soluciones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Anti-bot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Error: 403 Forbidden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Añadir delays entre requests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rotating proxies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Cambiar user agent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Ejecutar en headless=False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Cookies expiradas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Sesión no válida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Ejecutar 1-guardar_sesion.py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Re-autenticarse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API Gemini lenta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Timeout en análisis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batch processing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Aumentar timeout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modelo más rápido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Cache de resultados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Problema: Memoria insuficiente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Crash al procesar CSVs grandes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Solución: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Procesar en chunks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Usar 'chunksize' en pandas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• Eliminar columnas innecesarias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Mejoras y extensiones futuras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Corto plazo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⚡ Paralelizar 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🔄 Resumir desde checkpoints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🗂️ Base de datos (SQLite)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🔐 Encriptar cookies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Escalabilidad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☁️ Desplegar en cloud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🔀 Procesamiento distribuido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📦 Docker containerizar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Largo plazo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🤖 Detectar cuentas coordinadas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📡 Dashboard en tiempo real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🌐 API REST pública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Análisis de influencers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Exportar a bases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Investigación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🧠 Modelos custom de 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📉 Predicción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🕸️ Análisis de grafos avanzado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Limitaciones y consideraciones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⏱️ Scraping es lento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🔒 Anti-bot muy activo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📱 UX móvil diferente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🔄 Datos cambian rápidamente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API Gemini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 por request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⏸️ Rate limits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⚠️ Puede interpretación incorrecta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Legales y Éticas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⚖️ Revisar ToS de TikTok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🔒 Privacidad de usuarios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📋 GDPR compliance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🤝 Responsabilidad social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Sesgos en sentimientos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Representatividad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❌ Spam y bots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Arquitectura completa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1: EXTRACCIÓN (Playwright)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TikTok → Navegador Automatizado → Interceptación de APIs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2: ALMACENAMIENTO (File System)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CSV Videos | CSV Comentarios | Checkpoints JSON | Config .env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3: PROCESAMIENTO (Pandas + Gemini)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Limpieza → Análisis Estadístico → Sentimientos IA → Enriquecimiento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4: VISUALIZACIÓN (Matplotlib + Seaborn)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Gráficas PNG | WordClouds | Heatmaps | Estadísticas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CAPA 5: PRESENTACIÓN (HTML)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Informe Interactivo Offline | Dashboard de KPIs | Reportes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Requisitos y dependencias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5120640"/>
          </a:xfrm>
          <a:prstGeom prst="roundRect">
            <a:avLst/>
          </a:prstGeom>
          <a:solidFill>
            <a:srgbClr val="191928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requirements.txt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playwright==1.57.0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pandas==3.0.0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numpy==2.4.1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matplotlib==3.10.8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seaborn==0.13.2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wordcloud==1.9.5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google-genai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nltk==3.9.1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requests==2.32.5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python-dotenv==1.2.1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Requisitos del sistema: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Python 3.8+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4GB RAM mínimo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Conexión a internet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F2EA"/>
                </a:solidFill>
                <a:latin typeface="Consolas"/>
              </a:defRPr>
            </a:pPr>
            <a:r>
              <a:t># Clave API Gemini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Demo: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1. INSTALACIÓN (5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pip install -r requirements.txt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playwright install chromium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2. AUTENTICACIÓN (2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src/scrapers/1-guardar_sesion.py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Iniciar sesión manualmente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3. SCRAPING (10-20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src/scrapers/1_tiktok_scraper_user.py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Extrae ~100 videos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4. ANÁLISIS (5-10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src/analysis/analizar_sentimiento_gemini.py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Procesa sentimientos con 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5. VISUALIZACIÓN (2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python src/visualization/generar_informe_html.py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→ Crea informe HTML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6. EXPLORAR RESULTADOS (5 min)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open outputs/usuario/informe.html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Impacto: Análisis manual vs Automatizado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❌ Método Manual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Tiempo: SEMANAS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Personal: 5+ personas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Costo: ALTO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Escalabilidad: MALA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Errores: MUCHOS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Frecuencia: BAJA (mensual)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✅ Método Automatizado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⏰ Tiempo: HORAS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👤 Personal: 1 programador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💰 Costo: BAJO (solo API)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📊 Escalabilidad: EXCELENTE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🎲 Errores: MÍNIMOS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📈 Frecuencia: DIARIA (scheduled)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Métricas de éxito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Técnicas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Tasa de extracción: 95%+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Tiempo de ejecución: &lt;1h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Precisión sentimientos: 85%+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Disponibilidad: 99%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Negocio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ROI positivo en mes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Adopción: 10+ usuarios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Satisfacción: 4.5/5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&gt;1M registros procesados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5+ cuentas analizadas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Latencia: &lt;5min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Impacto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Decisiones data-driven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Insight de tendencias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Publicaciones optimizadas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✅ Engagement mejorado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0050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Conclusiones y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7315200" cy="4572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Resumen: Lo aprendido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🎯 CONCEPTOS CLAVE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Web scraping: qué es, técnicas, consideraciones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Automatización de navegador con Playwright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Procesamiento de datos con Pandas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IA para análisis de sentimientos (Gemini)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Visualización con Matplotlib/Seaborn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💡 APLICACIONES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Marketing: entender público objetivo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Investigación: análisis de datos públicos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Negocio: inteligencia competitiva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200" b="1">
                <a:solidFill>
                  <a:srgbClr val="FF0050"/>
                </a:solidFill>
              </a:defRPr>
            </a:pPr>
            <a:r>
              <a:t>🚀 PRÓXIMOS PASOS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Clonar repositorio: github.com/barripdmx/tiktok-scraper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Seguir documentación en /docs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Experimentar con otros usuarios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32"/>
                </a:solidFill>
              </a:defRPr>
            </a:pPr>
            <a:r>
              <a:t>✅ Compartir mejoras y feedback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850"/>
          </a:solidFill>
          <a:ln w="25400">
            <a:solidFill>
              <a:srgbClr val="00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2EA"/>
                </a:solidFill>
              </a:defRPr>
            </a:pPr>
            <a:r>
              <a:t>Recursos y 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064240" cy="36576"/>
          </a:xfrm>
          <a:prstGeom prst="rect">
            <a:avLst/>
          </a:prstGeom>
          <a:solidFill>
            <a:srgbClr val="FF0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Documentación oficial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Playwright docs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playwright.dev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Pandas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pandas.pydata.org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Gemini API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ai.google.dev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📚 Matplotlib guide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   matplotlib.org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Nuestro proyecto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🔗 GitHub: barripdmx/tiktok-scraper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Docs: /docs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📋 README: instrucciones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Comunidades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Stack Overflow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Reddit: r/webscraping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👥 GitHub Discussions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42850"/>
                </a:solidFill>
              </a:defRPr>
            </a:pPr>
            <a:r>
              <a:t>Libros recomendados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'Web Scraping with Python'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>
                <a:solidFill>
                  <a:srgbClr val="282832"/>
                </a:solidFill>
              </a:defRPr>
            </a:pPr>
            <a:r>
              <a:t>📖 'Python for Data Analysis'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00F2E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0050"/>
                </a:solidFill>
              </a:defRPr>
            </a:pPr>
            <a:r>
              <a:t>¡Gracias por su atención!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00F2EA"/>
                </a:solidFill>
              </a:defRPr>
            </a:pPr>
            <a:r>
              <a:t>Preguntas y Respuestas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@barripdmx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